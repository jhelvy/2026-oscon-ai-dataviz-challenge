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43"/>
  </p:normalViewPr>
  <p:slideViewPr>
    <p:cSldViewPr snapToGrid="0">
      <p:cViewPr varScale="1">
        <p:scale>
          <a:sx n="110" d="100"/>
          <a:sy n="110" d="100"/>
        </p:scale>
        <p:origin x="3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CE9B3-ADAD-A14B-EEDB-62A1B909CB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AF4A1B-ADF3-AD9C-8907-FEAB2AEF05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D11DF-87D0-688D-949C-8D197DD97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EE0A8-B847-B84E-820B-DC40FF281A88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AB0E5-16ED-578F-BD4A-7F95C353D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5CA10-9EEC-64EF-553F-378982730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FADA9-0C40-DD45-AD0C-713946E34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847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386B0-B4CD-435B-C139-20C1D0BF8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73427-BFA1-FB87-056C-163D00F6C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4579B-9427-C362-7648-222FDBED1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EE0A8-B847-B84E-820B-DC40FF281A88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3C58C-1977-C85C-F104-AFC905F51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4A702-1F5A-5398-D6B1-C0314AA9E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FADA9-0C40-DD45-AD0C-713946E34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272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2C8F5-6A78-768D-4F5A-C79BFF8B0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8A902-EC86-3FB4-A3FD-77D5FEE27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23AE6-C47A-3220-D700-66D7C91A7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EE0A8-B847-B84E-820B-DC40FF281A88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4D1E2-EDA2-B51F-D9C9-F2682F03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6974A-CA08-0310-D709-80056A6C3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FADA9-0C40-DD45-AD0C-713946E34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979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74B48-5523-E121-3E8D-12ECB65EF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32C44-6E65-896E-1BC4-2561AA925A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170FA3-B63E-7C02-2A00-D89A207089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ED38BA-F3C1-C3E5-7118-AC3535C6E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EE0A8-B847-B84E-820B-DC40FF281A88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CEF6C4-426B-0DCA-2298-2D0D22444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7E631-8858-CCAB-AEB1-275BDCF41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FADA9-0C40-DD45-AD0C-713946E34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524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3E6E3-1DC1-B310-3647-8D6951E78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A25B12-46F6-0932-9140-4364402B0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10408C-2B3C-C612-3022-A2565E2712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7C8F16-D21D-BE38-3697-3581A8F5D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ADD5F0-8877-5FBE-9470-CE3253A699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432A21-56C6-01BE-57B7-B42E157BF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EE0A8-B847-B84E-820B-DC40FF281A88}" type="datetimeFigureOut">
              <a:rPr lang="en-US" smtClean="0"/>
              <a:t>3/5/26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7351FF-6462-71E8-34EB-6F266C217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6DED88-16A1-078E-5ABE-C1A92559C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FADA9-0C40-DD45-AD0C-713946E34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183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1AE8A-172C-950A-BDDA-35BA6AED4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9CEF61-1786-DD6A-092A-99056CD66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EE0A8-B847-B84E-820B-DC40FF281A88}" type="datetimeFigureOut">
              <a:rPr lang="en-US" smtClean="0"/>
              <a:t>3/5/26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E8A912-4D79-A9EC-D22A-C5AF78A9D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952EE7-4DCE-A072-377A-56ECFEE84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FADA9-0C40-DD45-AD0C-713946E34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60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DBDE54-97C6-CCEB-9D96-6B12E2685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EE0A8-B847-B84E-820B-DC40FF281A88}" type="datetimeFigureOut">
              <a:rPr lang="en-US" smtClean="0"/>
              <a:t>3/5/26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924F14-AE5C-DCE9-D4F2-19ADE6615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F573E-95AB-BAE3-ECE5-F2BCE45C7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FADA9-0C40-DD45-AD0C-713946E34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611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2343C-3379-1DD0-8CC6-75B37F541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48106-FF07-9D08-D2BE-C2ED6A93C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A108F6-3A23-D662-9C5B-ABD20FA156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0F5657-7046-6AD8-0F6A-D9C844F4F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EE0A8-B847-B84E-820B-DC40FF281A88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D81F66-9518-2809-114A-BCA2C8E64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6DCB6D-3C98-7183-2326-EAE7F69EB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FADA9-0C40-DD45-AD0C-713946E34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140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3E359-8047-ADBB-9E3F-D3D4853B4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167E75-9DD9-03A8-BF8D-F3716518A6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E2178C-BE9E-FF8B-3AD3-3104189E05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9241D0-0DD2-BC5C-2EBF-C2C803EDD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EE0A8-B847-B84E-820B-DC40FF281A88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553BCB-089C-0478-3757-E94343667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3247BD-0528-AC53-03A1-0FB6F7A24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FADA9-0C40-DD45-AD0C-713946E34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05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FB9EF-93C5-F417-6035-72010254D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B410A2-674F-3065-700F-65533DA1C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B79F3-AC30-3706-4F96-23365C41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EE0A8-B847-B84E-820B-DC40FF281A88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BE43E-5FBB-5DC3-1EA6-0DA8E2B39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33DD39-A264-C672-B7E5-18BDABB37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FADA9-0C40-DD45-AD0C-713946E34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810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9F54A8-3C00-98E1-979A-568EA702B5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167866-1139-509F-7C13-A5996FE8AD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B56A2-680D-9FA8-3974-019059F60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EE0A8-B847-B84E-820B-DC40FF281A88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452C9-7211-467A-C60C-8EAB45BF9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82B21-B035-C814-6FD8-919D715D1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FADA9-0C40-DD45-AD0C-713946E34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64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F9CD09-6F4C-383A-8B2A-FF489A981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52831-B903-22E1-0BB2-90CE29353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E64CA-D127-850F-A2FD-6DCD45F198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DEE0A8-B847-B84E-820B-DC40FF281A88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74B3B-ED27-EE4B-A5EC-0081811276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36650-B887-DBE8-FC59-63D342FBB4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CFADA9-0C40-DD45-AD0C-713946E34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763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with a line&#10;&#10;AI-generated content may be incorrect.">
            <a:extLst>
              <a:ext uri="{FF2B5EF4-FFF2-40B4-BE49-F238E27FC236}">
                <a16:creationId xmlns:a16="http://schemas.microsoft.com/office/drawing/2014/main" id="{670C325B-2CED-D8DF-E852-AC1FF22D9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894"/>
            <a:ext cx="6863787" cy="3431894"/>
          </a:xfrm>
          <a:prstGeom prst="rect">
            <a:avLst/>
          </a:prstGeom>
        </p:spPr>
      </p:pic>
      <p:pic>
        <p:nvPicPr>
          <p:cNvPr id="9" name="Picture 8" descr="A graph showing a number of items&#10;&#10;AI-generated content may be incorrect.">
            <a:extLst>
              <a:ext uri="{FF2B5EF4-FFF2-40B4-BE49-F238E27FC236}">
                <a16:creationId xmlns:a16="http://schemas.microsoft.com/office/drawing/2014/main" id="{C91E8ECF-1939-3EA2-6C3D-C7619DE1D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25619"/>
            <a:ext cx="5798916" cy="3382701"/>
          </a:xfrm>
          <a:prstGeom prst="rect">
            <a:avLst/>
          </a:prstGeom>
        </p:spPr>
      </p:pic>
      <p:pic>
        <p:nvPicPr>
          <p:cNvPr id="11" name="Picture 10" descr="A blue circle with orange and green triangles&#10;&#10;AI-generated content may be incorrect.">
            <a:extLst>
              <a:ext uri="{FF2B5EF4-FFF2-40B4-BE49-F238E27FC236}">
                <a16:creationId xmlns:a16="http://schemas.microsoft.com/office/drawing/2014/main" id="{F5ACF2A1-6641-8428-46B9-8EDA8E3245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9336" y="0"/>
            <a:ext cx="3809999" cy="3809999"/>
          </a:xfrm>
          <a:prstGeom prst="rect">
            <a:avLst/>
          </a:prstGeom>
        </p:spPr>
      </p:pic>
      <p:pic>
        <p:nvPicPr>
          <p:cNvPr id="13" name="Picture 12" descr="A graph showing a donation behavior&#10;&#10;AI-generated content may be incorrect.">
            <a:extLst>
              <a:ext uri="{FF2B5EF4-FFF2-40B4-BE49-F238E27FC236}">
                <a16:creationId xmlns:a16="http://schemas.microsoft.com/office/drawing/2014/main" id="{8CEAC0B7-F662-EEC2-DCB1-5FCFE80D64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3086" y="3722053"/>
            <a:ext cx="4977112" cy="298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997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38F0F-3C85-D647-945F-B2D6C93B0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green and red lines&#10;&#10;AI-generated content may be incorrect.">
            <a:extLst>
              <a:ext uri="{FF2B5EF4-FFF2-40B4-BE49-F238E27FC236}">
                <a16:creationId xmlns:a16="http://schemas.microsoft.com/office/drawing/2014/main" id="{E26D17EB-C123-6BE9-5BD7-FCB063AA5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888"/>
            <a:ext cx="11053821" cy="3684607"/>
          </a:xfrm>
          <a:prstGeom prst="rect">
            <a:avLst/>
          </a:prstGeom>
        </p:spPr>
      </p:pic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6CE6720-FB3B-9A2C-28C1-30755528A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4050175"/>
            <a:ext cx="1181100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475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Helveston, John Paul</dc:creator>
  <cp:lastModifiedBy>Helveston, John Paul</cp:lastModifiedBy>
  <cp:revision>2</cp:revision>
  <dcterms:created xsi:type="dcterms:W3CDTF">2026-03-05T18:47:26Z</dcterms:created>
  <dcterms:modified xsi:type="dcterms:W3CDTF">2026-03-05T18:54:05Z</dcterms:modified>
</cp:coreProperties>
</file>